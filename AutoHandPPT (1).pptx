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C5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AC87DB-B969-4A48-9E03-7A207710958F}" v="190" dt="2026-04-16T21:48:27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767BE3-8D66-4FC2-8E78-79FFB5146D4D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15C3E71-E8AB-42C3-98FB-0FCADA16DB97}">
      <dgm:prSet phldrT="[Text]" phldr="0"/>
      <dgm:spPr/>
      <dgm:t>
        <a:bodyPr/>
        <a:lstStyle/>
        <a:p>
          <a:r>
            <a:rPr lang="en-IN" dirty="0"/>
            <a:t>USER</a:t>
          </a:r>
        </a:p>
      </dgm:t>
    </dgm:pt>
    <dgm:pt modelId="{2B8D542E-8A32-45B6-8419-8BBBDE9B6E76}" type="parTrans" cxnId="{74512730-67BB-48A8-8D18-08613FE67A1C}">
      <dgm:prSet/>
      <dgm:spPr/>
      <dgm:t>
        <a:bodyPr/>
        <a:lstStyle/>
        <a:p>
          <a:endParaRPr lang="en-IN"/>
        </a:p>
      </dgm:t>
    </dgm:pt>
    <dgm:pt modelId="{966B364B-AD51-45ED-AF68-022E2011D713}" type="sibTrans" cxnId="{74512730-67BB-48A8-8D18-08613FE67A1C}">
      <dgm:prSet/>
      <dgm:spPr/>
      <dgm:t>
        <a:bodyPr/>
        <a:lstStyle/>
        <a:p>
          <a:endParaRPr lang="en-IN"/>
        </a:p>
      </dgm:t>
    </dgm:pt>
    <dgm:pt modelId="{0BFC770E-6DAD-4621-9599-D71F408E0B1E}">
      <dgm:prSet phldrT="[Text]" phldr="0"/>
      <dgm:spPr/>
      <dgm:t>
        <a:bodyPr/>
        <a:lstStyle/>
        <a:p>
          <a:r>
            <a:rPr lang="en-IN" dirty="0"/>
            <a:t>AI AGENT</a:t>
          </a:r>
        </a:p>
      </dgm:t>
    </dgm:pt>
    <dgm:pt modelId="{705B8B5E-7E40-4F15-B627-016CDE42BCCB}" type="parTrans" cxnId="{5FEC477E-4D57-48E9-83FC-186C15860E22}">
      <dgm:prSet/>
      <dgm:spPr/>
      <dgm:t>
        <a:bodyPr/>
        <a:lstStyle/>
        <a:p>
          <a:endParaRPr lang="en-IN"/>
        </a:p>
      </dgm:t>
    </dgm:pt>
    <dgm:pt modelId="{4CE8227E-507A-417B-BF53-82C60709A3EE}" type="sibTrans" cxnId="{5FEC477E-4D57-48E9-83FC-186C15860E22}">
      <dgm:prSet/>
      <dgm:spPr/>
      <dgm:t>
        <a:bodyPr/>
        <a:lstStyle/>
        <a:p>
          <a:endParaRPr lang="en-IN"/>
        </a:p>
      </dgm:t>
    </dgm:pt>
    <dgm:pt modelId="{29BAFA7B-DCAC-4742-922D-5F6E2152C4C1}">
      <dgm:prSet phldrT="[Text]" phldr="0"/>
      <dgm:spPr/>
      <dgm:t>
        <a:bodyPr/>
        <a:lstStyle/>
        <a:p>
          <a:r>
            <a:rPr lang="en-IN" dirty="0"/>
            <a:t>OUTPUT</a:t>
          </a:r>
        </a:p>
      </dgm:t>
    </dgm:pt>
    <dgm:pt modelId="{25B8CF7C-54D9-4280-B362-1AFC0A129F2F}" type="parTrans" cxnId="{B2B3FF24-8AD5-4FBF-A802-8F888E7E0313}">
      <dgm:prSet/>
      <dgm:spPr/>
      <dgm:t>
        <a:bodyPr/>
        <a:lstStyle/>
        <a:p>
          <a:endParaRPr lang="en-IN"/>
        </a:p>
      </dgm:t>
    </dgm:pt>
    <dgm:pt modelId="{869C6C7E-AF96-4814-AA7D-45F08D529800}" type="sibTrans" cxnId="{B2B3FF24-8AD5-4FBF-A802-8F888E7E0313}">
      <dgm:prSet/>
      <dgm:spPr/>
      <dgm:t>
        <a:bodyPr/>
        <a:lstStyle/>
        <a:p>
          <a:endParaRPr lang="en-IN"/>
        </a:p>
      </dgm:t>
    </dgm:pt>
    <dgm:pt modelId="{C7BCE688-3291-4523-9177-A5912B79B32A}">
      <dgm:prSet/>
      <dgm:spPr/>
      <dgm:t>
        <a:bodyPr/>
        <a:lstStyle/>
        <a:p>
          <a:r>
            <a:rPr lang="en-IN" dirty="0"/>
            <a:t>DECISION ENGINE</a:t>
          </a:r>
        </a:p>
      </dgm:t>
    </dgm:pt>
    <dgm:pt modelId="{7EB2A968-2640-47B2-BC65-FCB0F871CEE0}" type="parTrans" cxnId="{B0848F9F-92E0-489C-AE5D-F5C45332FBA3}">
      <dgm:prSet/>
      <dgm:spPr/>
      <dgm:t>
        <a:bodyPr/>
        <a:lstStyle/>
        <a:p>
          <a:endParaRPr lang="en-IN"/>
        </a:p>
      </dgm:t>
    </dgm:pt>
    <dgm:pt modelId="{5344EF36-3B5A-444C-831A-39FC4CB556DD}" type="sibTrans" cxnId="{B0848F9F-92E0-489C-AE5D-F5C45332FBA3}">
      <dgm:prSet/>
      <dgm:spPr/>
      <dgm:t>
        <a:bodyPr/>
        <a:lstStyle/>
        <a:p>
          <a:endParaRPr lang="en-IN"/>
        </a:p>
      </dgm:t>
    </dgm:pt>
    <dgm:pt modelId="{00C6E948-95FC-49BB-84F3-B5D34C0B56AB}">
      <dgm:prSet/>
      <dgm:spPr/>
      <dgm:t>
        <a:bodyPr/>
        <a:lstStyle/>
        <a:p>
          <a:r>
            <a:rPr lang="en-IN" dirty="0"/>
            <a:t>MODULES</a:t>
          </a:r>
        </a:p>
      </dgm:t>
    </dgm:pt>
    <dgm:pt modelId="{A735FEC7-6D63-4767-A754-BC64F6E08FBC}" type="parTrans" cxnId="{DEA5283B-6ADF-4070-9A1F-042A0ED40D79}">
      <dgm:prSet/>
      <dgm:spPr/>
      <dgm:t>
        <a:bodyPr/>
        <a:lstStyle/>
        <a:p>
          <a:endParaRPr lang="en-IN"/>
        </a:p>
      </dgm:t>
    </dgm:pt>
    <dgm:pt modelId="{C454DB23-ACE0-4A4D-B8D5-E442E827A8C1}" type="sibTrans" cxnId="{DEA5283B-6ADF-4070-9A1F-042A0ED40D79}">
      <dgm:prSet/>
      <dgm:spPr/>
      <dgm:t>
        <a:bodyPr/>
        <a:lstStyle/>
        <a:p>
          <a:endParaRPr lang="en-IN"/>
        </a:p>
      </dgm:t>
    </dgm:pt>
    <dgm:pt modelId="{17EB6245-5D61-4E52-BAD6-C0BA034216F8}" type="pres">
      <dgm:prSet presAssocID="{20767BE3-8D66-4FC2-8E78-79FFB5146D4D}" presName="CompostProcess" presStyleCnt="0">
        <dgm:presLayoutVars>
          <dgm:dir/>
          <dgm:resizeHandles val="exact"/>
        </dgm:presLayoutVars>
      </dgm:prSet>
      <dgm:spPr/>
    </dgm:pt>
    <dgm:pt modelId="{40B6E0B7-F203-40A8-9EB4-A26E3DD3E404}" type="pres">
      <dgm:prSet presAssocID="{20767BE3-8D66-4FC2-8E78-79FFB5146D4D}" presName="arrow" presStyleLbl="bgShp" presStyleIdx="0" presStyleCnt="1"/>
      <dgm:spPr/>
    </dgm:pt>
    <dgm:pt modelId="{00CF3BBB-C902-4458-ADB2-DB2062FDBB6E}" type="pres">
      <dgm:prSet presAssocID="{20767BE3-8D66-4FC2-8E78-79FFB5146D4D}" presName="linearProcess" presStyleCnt="0"/>
      <dgm:spPr/>
    </dgm:pt>
    <dgm:pt modelId="{17BFE9C5-6C48-411B-9A95-5BB44788A648}" type="pres">
      <dgm:prSet presAssocID="{215C3E71-E8AB-42C3-98FB-0FCADA16DB97}" presName="textNode" presStyleLbl="node1" presStyleIdx="0" presStyleCnt="5">
        <dgm:presLayoutVars>
          <dgm:bulletEnabled val="1"/>
        </dgm:presLayoutVars>
      </dgm:prSet>
      <dgm:spPr/>
    </dgm:pt>
    <dgm:pt modelId="{B1262B20-10D8-4D4F-B887-8DD7784DD32A}" type="pres">
      <dgm:prSet presAssocID="{966B364B-AD51-45ED-AF68-022E2011D713}" presName="sibTrans" presStyleCnt="0"/>
      <dgm:spPr/>
    </dgm:pt>
    <dgm:pt modelId="{E9F2550F-D4CC-4142-BB78-C20023CFD32A}" type="pres">
      <dgm:prSet presAssocID="{0BFC770E-6DAD-4621-9599-D71F408E0B1E}" presName="textNode" presStyleLbl="node1" presStyleIdx="1" presStyleCnt="5">
        <dgm:presLayoutVars>
          <dgm:bulletEnabled val="1"/>
        </dgm:presLayoutVars>
      </dgm:prSet>
      <dgm:spPr/>
    </dgm:pt>
    <dgm:pt modelId="{389D6DD3-D8CF-47C4-BF0F-9F01F67E537C}" type="pres">
      <dgm:prSet presAssocID="{4CE8227E-507A-417B-BF53-82C60709A3EE}" presName="sibTrans" presStyleCnt="0"/>
      <dgm:spPr/>
    </dgm:pt>
    <dgm:pt modelId="{6F178264-06F8-4FD2-934E-836F2815D997}" type="pres">
      <dgm:prSet presAssocID="{C7BCE688-3291-4523-9177-A5912B79B32A}" presName="textNode" presStyleLbl="node1" presStyleIdx="2" presStyleCnt="5">
        <dgm:presLayoutVars>
          <dgm:bulletEnabled val="1"/>
        </dgm:presLayoutVars>
      </dgm:prSet>
      <dgm:spPr/>
    </dgm:pt>
    <dgm:pt modelId="{D28EDEC3-6D5C-44EB-ABB5-F6490967491B}" type="pres">
      <dgm:prSet presAssocID="{5344EF36-3B5A-444C-831A-39FC4CB556DD}" presName="sibTrans" presStyleCnt="0"/>
      <dgm:spPr/>
    </dgm:pt>
    <dgm:pt modelId="{28707526-0702-4AAD-BDC6-05971951EEFD}" type="pres">
      <dgm:prSet presAssocID="{00C6E948-95FC-49BB-84F3-B5D34C0B56AB}" presName="textNode" presStyleLbl="node1" presStyleIdx="3" presStyleCnt="5">
        <dgm:presLayoutVars>
          <dgm:bulletEnabled val="1"/>
        </dgm:presLayoutVars>
      </dgm:prSet>
      <dgm:spPr/>
    </dgm:pt>
    <dgm:pt modelId="{939F8D02-F904-46E8-84B5-CCA3965205B2}" type="pres">
      <dgm:prSet presAssocID="{C454DB23-ACE0-4A4D-B8D5-E442E827A8C1}" presName="sibTrans" presStyleCnt="0"/>
      <dgm:spPr/>
    </dgm:pt>
    <dgm:pt modelId="{12838445-381E-40BB-9DDA-38E82D54D9D7}" type="pres">
      <dgm:prSet presAssocID="{29BAFA7B-DCAC-4742-922D-5F6E2152C4C1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6AF50804-399F-4AC9-A096-072AAC393A8A}" type="presOf" srcId="{215C3E71-E8AB-42C3-98FB-0FCADA16DB97}" destId="{17BFE9C5-6C48-411B-9A95-5BB44788A648}" srcOrd="0" destOrd="0" presId="urn:microsoft.com/office/officeart/2005/8/layout/hProcess9"/>
    <dgm:cxn modelId="{2EE39C0A-2732-4B00-AFBC-0DE8F546B61C}" type="presOf" srcId="{20767BE3-8D66-4FC2-8E78-79FFB5146D4D}" destId="{17EB6245-5D61-4E52-BAD6-C0BA034216F8}" srcOrd="0" destOrd="0" presId="urn:microsoft.com/office/officeart/2005/8/layout/hProcess9"/>
    <dgm:cxn modelId="{B2B3FF24-8AD5-4FBF-A802-8F888E7E0313}" srcId="{20767BE3-8D66-4FC2-8E78-79FFB5146D4D}" destId="{29BAFA7B-DCAC-4742-922D-5F6E2152C4C1}" srcOrd="4" destOrd="0" parTransId="{25B8CF7C-54D9-4280-B362-1AFC0A129F2F}" sibTransId="{869C6C7E-AF96-4814-AA7D-45F08D529800}"/>
    <dgm:cxn modelId="{74512730-67BB-48A8-8D18-08613FE67A1C}" srcId="{20767BE3-8D66-4FC2-8E78-79FFB5146D4D}" destId="{215C3E71-E8AB-42C3-98FB-0FCADA16DB97}" srcOrd="0" destOrd="0" parTransId="{2B8D542E-8A32-45B6-8419-8BBBDE9B6E76}" sibTransId="{966B364B-AD51-45ED-AF68-022E2011D713}"/>
    <dgm:cxn modelId="{DEA5283B-6ADF-4070-9A1F-042A0ED40D79}" srcId="{20767BE3-8D66-4FC2-8E78-79FFB5146D4D}" destId="{00C6E948-95FC-49BB-84F3-B5D34C0B56AB}" srcOrd="3" destOrd="0" parTransId="{A735FEC7-6D63-4767-A754-BC64F6E08FBC}" sibTransId="{C454DB23-ACE0-4A4D-B8D5-E442E827A8C1}"/>
    <dgm:cxn modelId="{F146483F-78CF-4005-82F3-13D91630BC28}" type="presOf" srcId="{00C6E948-95FC-49BB-84F3-B5D34C0B56AB}" destId="{28707526-0702-4AAD-BDC6-05971951EEFD}" srcOrd="0" destOrd="0" presId="urn:microsoft.com/office/officeart/2005/8/layout/hProcess9"/>
    <dgm:cxn modelId="{5FEC477E-4D57-48E9-83FC-186C15860E22}" srcId="{20767BE3-8D66-4FC2-8E78-79FFB5146D4D}" destId="{0BFC770E-6DAD-4621-9599-D71F408E0B1E}" srcOrd="1" destOrd="0" parTransId="{705B8B5E-7E40-4F15-B627-016CDE42BCCB}" sibTransId="{4CE8227E-507A-417B-BF53-82C60709A3EE}"/>
    <dgm:cxn modelId="{05B86794-6A09-4035-8612-0F96EA50EE10}" type="presOf" srcId="{0BFC770E-6DAD-4621-9599-D71F408E0B1E}" destId="{E9F2550F-D4CC-4142-BB78-C20023CFD32A}" srcOrd="0" destOrd="0" presId="urn:microsoft.com/office/officeart/2005/8/layout/hProcess9"/>
    <dgm:cxn modelId="{B0848F9F-92E0-489C-AE5D-F5C45332FBA3}" srcId="{20767BE3-8D66-4FC2-8E78-79FFB5146D4D}" destId="{C7BCE688-3291-4523-9177-A5912B79B32A}" srcOrd="2" destOrd="0" parTransId="{7EB2A968-2640-47B2-BC65-FCB0F871CEE0}" sibTransId="{5344EF36-3B5A-444C-831A-39FC4CB556DD}"/>
    <dgm:cxn modelId="{51C2B7B0-B835-4062-82D1-757A6900FC48}" type="presOf" srcId="{29BAFA7B-DCAC-4742-922D-5F6E2152C4C1}" destId="{12838445-381E-40BB-9DDA-38E82D54D9D7}" srcOrd="0" destOrd="0" presId="urn:microsoft.com/office/officeart/2005/8/layout/hProcess9"/>
    <dgm:cxn modelId="{9B761AC2-CD4C-41ED-B42E-953BB11C2596}" type="presOf" srcId="{C7BCE688-3291-4523-9177-A5912B79B32A}" destId="{6F178264-06F8-4FD2-934E-836F2815D997}" srcOrd="0" destOrd="0" presId="urn:microsoft.com/office/officeart/2005/8/layout/hProcess9"/>
    <dgm:cxn modelId="{668FB475-1B5F-4F9C-9F95-754A49F4F7B6}" type="presParOf" srcId="{17EB6245-5D61-4E52-BAD6-C0BA034216F8}" destId="{40B6E0B7-F203-40A8-9EB4-A26E3DD3E404}" srcOrd="0" destOrd="0" presId="urn:microsoft.com/office/officeart/2005/8/layout/hProcess9"/>
    <dgm:cxn modelId="{C90C5248-E623-46A4-92CD-B4C0C98A5E06}" type="presParOf" srcId="{17EB6245-5D61-4E52-BAD6-C0BA034216F8}" destId="{00CF3BBB-C902-4458-ADB2-DB2062FDBB6E}" srcOrd="1" destOrd="0" presId="urn:microsoft.com/office/officeart/2005/8/layout/hProcess9"/>
    <dgm:cxn modelId="{83DFCF89-B9FB-422A-9FDA-9CDC8E3A0151}" type="presParOf" srcId="{00CF3BBB-C902-4458-ADB2-DB2062FDBB6E}" destId="{17BFE9C5-6C48-411B-9A95-5BB44788A648}" srcOrd="0" destOrd="0" presId="urn:microsoft.com/office/officeart/2005/8/layout/hProcess9"/>
    <dgm:cxn modelId="{5D60FD76-2CD2-4EA6-AC87-4406A251D79B}" type="presParOf" srcId="{00CF3BBB-C902-4458-ADB2-DB2062FDBB6E}" destId="{B1262B20-10D8-4D4F-B887-8DD7784DD32A}" srcOrd="1" destOrd="0" presId="urn:microsoft.com/office/officeart/2005/8/layout/hProcess9"/>
    <dgm:cxn modelId="{034DAA9F-DFD8-4143-9667-BF25A3432E95}" type="presParOf" srcId="{00CF3BBB-C902-4458-ADB2-DB2062FDBB6E}" destId="{E9F2550F-D4CC-4142-BB78-C20023CFD32A}" srcOrd="2" destOrd="0" presId="urn:microsoft.com/office/officeart/2005/8/layout/hProcess9"/>
    <dgm:cxn modelId="{2034CAE6-8CEA-4105-BE20-0E5CF7A38CCF}" type="presParOf" srcId="{00CF3BBB-C902-4458-ADB2-DB2062FDBB6E}" destId="{389D6DD3-D8CF-47C4-BF0F-9F01F67E537C}" srcOrd="3" destOrd="0" presId="urn:microsoft.com/office/officeart/2005/8/layout/hProcess9"/>
    <dgm:cxn modelId="{C840FB4D-8047-48CC-8198-969DB836B292}" type="presParOf" srcId="{00CF3BBB-C902-4458-ADB2-DB2062FDBB6E}" destId="{6F178264-06F8-4FD2-934E-836F2815D997}" srcOrd="4" destOrd="0" presId="urn:microsoft.com/office/officeart/2005/8/layout/hProcess9"/>
    <dgm:cxn modelId="{13B72AE4-5B4B-4237-8741-C03567B43142}" type="presParOf" srcId="{00CF3BBB-C902-4458-ADB2-DB2062FDBB6E}" destId="{D28EDEC3-6D5C-44EB-ABB5-F6490967491B}" srcOrd="5" destOrd="0" presId="urn:microsoft.com/office/officeart/2005/8/layout/hProcess9"/>
    <dgm:cxn modelId="{DE6B551C-677E-491B-8233-EDCDD712FE49}" type="presParOf" srcId="{00CF3BBB-C902-4458-ADB2-DB2062FDBB6E}" destId="{28707526-0702-4AAD-BDC6-05971951EEFD}" srcOrd="6" destOrd="0" presId="urn:microsoft.com/office/officeart/2005/8/layout/hProcess9"/>
    <dgm:cxn modelId="{86BD12F4-4335-4839-A885-68C9EAB13B77}" type="presParOf" srcId="{00CF3BBB-C902-4458-ADB2-DB2062FDBB6E}" destId="{939F8D02-F904-46E8-84B5-CCA3965205B2}" srcOrd="7" destOrd="0" presId="urn:microsoft.com/office/officeart/2005/8/layout/hProcess9"/>
    <dgm:cxn modelId="{3E04A9C3-E315-4587-93C7-F9871BAF9829}" type="presParOf" srcId="{00CF3BBB-C902-4458-ADB2-DB2062FDBB6E}" destId="{12838445-381E-40BB-9DDA-38E82D54D9D7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CD3DEB-EDEE-41CA-A091-410F9ED773A9}" type="doc">
      <dgm:prSet loTypeId="urn:microsoft.com/office/officeart/2005/8/layout/process1" loCatId="process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0E4376A-6417-47A5-A479-9B9E8A8AA66B}">
      <dgm:prSet phldrT="[Text]" phldr="0"/>
      <dgm:spPr/>
      <dgm:t>
        <a:bodyPr/>
        <a:lstStyle/>
        <a:p>
          <a:r>
            <a:rPr lang="en-IN"/>
            <a:t>COMMAND</a:t>
          </a:r>
        </a:p>
      </dgm:t>
    </dgm:pt>
    <dgm:pt modelId="{204B7525-B5B4-4DE6-85C5-A9674BC6DE3A}" type="parTrans" cxnId="{8D6A96F3-0CF5-4483-ADD3-E647DCDD7033}">
      <dgm:prSet/>
      <dgm:spPr/>
      <dgm:t>
        <a:bodyPr/>
        <a:lstStyle/>
        <a:p>
          <a:endParaRPr lang="en-IN"/>
        </a:p>
      </dgm:t>
    </dgm:pt>
    <dgm:pt modelId="{A59AF25A-A180-4CB8-9026-3DDBD6D2975E}" type="sibTrans" cxnId="{8D6A96F3-0CF5-4483-ADD3-E647DCDD7033}">
      <dgm:prSet/>
      <dgm:spPr/>
      <dgm:t>
        <a:bodyPr/>
        <a:lstStyle/>
        <a:p>
          <a:endParaRPr lang="en-IN"/>
        </a:p>
      </dgm:t>
    </dgm:pt>
    <dgm:pt modelId="{DA2A26DF-E793-47A7-A5FA-5C2A37308DB0}">
      <dgm:prSet phldrT="[Text]" phldr="0"/>
      <dgm:spPr/>
      <dgm:t>
        <a:bodyPr/>
        <a:lstStyle/>
        <a:p>
          <a:r>
            <a:rPr lang="en-IN" dirty="0"/>
            <a:t>AI</a:t>
          </a:r>
        </a:p>
      </dgm:t>
    </dgm:pt>
    <dgm:pt modelId="{E0395E0F-CA09-44CD-994C-41FF60B1CF15}" type="parTrans" cxnId="{8CD2C1C1-625F-478B-8D19-8E947BBD123D}">
      <dgm:prSet/>
      <dgm:spPr/>
      <dgm:t>
        <a:bodyPr/>
        <a:lstStyle/>
        <a:p>
          <a:endParaRPr lang="en-IN"/>
        </a:p>
      </dgm:t>
    </dgm:pt>
    <dgm:pt modelId="{B4D27978-A156-41DC-A628-31C191150192}" type="sibTrans" cxnId="{8CD2C1C1-625F-478B-8D19-8E947BBD123D}">
      <dgm:prSet/>
      <dgm:spPr/>
      <dgm:t>
        <a:bodyPr/>
        <a:lstStyle/>
        <a:p>
          <a:endParaRPr lang="en-IN"/>
        </a:p>
      </dgm:t>
    </dgm:pt>
    <dgm:pt modelId="{0848C35A-E744-4BE0-B5EB-F6D6255EF6EB}">
      <dgm:prSet phldrT="[Text]" phldr="0"/>
      <dgm:spPr/>
      <dgm:t>
        <a:bodyPr/>
        <a:lstStyle/>
        <a:p>
          <a:r>
            <a:rPr lang="en-IN" dirty="0"/>
            <a:t>DECISION</a:t>
          </a:r>
        </a:p>
      </dgm:t>
    </dgm:pt>
    <dgm:pt modelId="{36ABD68E-DD1E-41CF-A1DA-93AA8C93EFD4}" type="parTrans" cxnId="{7DC99B5D-2942-473C-B961-37C3310F9150}">
      <dgm:prSet/>
      <dgm:spPr/>
      <dgm:t>
        <a:bodyPr/>
        <a:lstStyle/>
        <a:p>
          <a:endParaRPr lang="en-IN"/>
        </a:p>
      </dgm:t>
    </dgm:pt>
    <dgm:pt modelId="{DD47212A-F853-476F-8687-7ABEBC6367A6}" type="sibTrans" cxnId="{7DC99B5D-2942-473C-B961-37C3310F9150}">
      <dgm:prSet/>
      <dgm:spPr/>
      <dgm:t>
        <a:bodyPr/>
        <a:lstStyle/>
        <a:p>
          <a:endParaRPr lang="en-IN"/>
        </a:p>
      </dgm:t>
    </dgm:pt>
    <dgm:pt modelId="{9CB8A5B5-27B7-4919-A5B5-C0860D2B02EC}">
      <dgm:prSet phldrT="[Text]" phldr="0"/>
      <dgm:spPr/>
      <dgm:t>
        <a:bodyPr/>
        <a:lstStyle/>
        <a:p>
          <a:r>
            <a:rPr lang="en-IN"/>
            <a:t>ACTION</a:t>
          </a:r>
          <a:endParaRPr lang="en-IN" dirty="0"/>
        </a:p>
      </dgm:t>
    </dgm:pt>
    <dgm:pt modelId="{041468DF-8A86-48A1-ABFD-0B2BC3F71BB3}" type="parTrans" cxnId="{CF8FC1B9-BE0E-45CB-8589-001217AB0D1D}">
      <dgm:prSet/>
      <dgm:spPr/>
      <dgm:t>
        <a:bodyPr/>
        <a:lstStyle/>
        <a:p>
          <a:endParaRPr lang="en-IN"/>
        </a:p>
      </dgm:t>
    </dgm:pt>
    <dgm:pt modelId="{33191E32-D8B9-4F27-A55A-18DB934F0318}" type="sibTrans" cxnId="{CF8FC1B9-BE0E-45CB-8589-001217AB0D1D}">
      <dgm:prSet/>
      <dgm:spPr/>
      <dgm:t>
        <a:bodyPr/>
        <a:lstStyle/>
        <a:p>
          <a:endParaRPr lang="en-IN"/>
        </a:p>
      </dgm:t>
    </dgm:pt>
    <dgm:pt modelId="{DE068E2C-7DCF-4748-AF3E-73A90D8F25A6}">
      <dgm:prSet phldrT="[Text]" phldr="0"/>
      <dgm:spPr/>
      <dgm:t>
        <a:bodyPr/>
        <a:lstStyle/>
        <a:p>
          <a:r>
            <a:rPr lang="en-IN"/>
            <a:t>OUTPUT</a:t>
          </a:r>
          <a:endParaRPr lang="en-IN" dirty="0"/>
        </a:p>
      </dgm:t>
    </dgm:pt>
    <dgm:pt modelId="{F60352D7-73CC-4E3B-BDD5-8B27BDE9052C}" type="parTrans" cxnId="{C8642426-B10D-4D4F-84C9-7E3CBD4EB5A6}">
      <dgm:prSet/>
      <dgm:spPr/>
      <dgm:t>
        <a:bodyPr/>
        <a:lstStyle/>
        <a:p>
          <a:endParaRPr lang="en-IN"/>
        </a:p>
      </dgm:t>
    </dgm:pt>
    <dgm:pt modelId="{1667DC2D-D7B9-4FDB-8AC8-74705E343B36}" type="sibTrans" cxnId="{C8642426-B10D-4D4F-84C9-7E3CBD4EB5A6}">
      <dgm:prSet/>
      <dgm:spPr/>
      <dgm:t>
        <a:bodyPr/>
        <a:lstStyle/>
        <a:p>
          <a:endParaRPr lang="en-IN"/>
        </a:p>
      </dgm:t>
    </dgm:pt>
    <dgm:pt modelId="{02CCF62E-7DF3-4726-BA04-BBF71D0C8431}" type="pres">
      <dgm:prSet presAssocID="{3ECD3DEB-EDEE-41CA-A091-410F9ED773A9}" presName="Name0" presStyleCnt="0">
        <dgm:presLayoutVars>
          <dgm:dir/>
          <dgm:resizeHandles val="exact"/>
        </dgm:presLayoutVars>
      </dgm:prSet>
      <dgm:spPr/>
    </dgm:pt>
    <dgm:pt modelId="{019B965A-ECE0-46BE-8DAA-70A9195CC72B}" type="pres">
      <dgm:prSet presAssocID="{70E4376A-6417-47A5-A479-9B9E8A8AA66B}" presName="node" presStyleLbl="node1" presStyleIdx="0" presStyleCnt="5">
        <dgm:presLayoutVars>
          <dgm:bulletEnabled val="1"/>
        </dgm:presLayoutVars>
      </dgm:prSet>
      <dgm:spPr/>
    </dgm:pt>
    <dgm:pt modelId="{FC809EF3-5349-476C-893C-DC8312B616C6}" type="pres">
      <dgm:prSet presAssocID="{A59AF25A-A180-4CB8-9026-3DDBD6D2975E}" presName="sibTrans" presStyleLbl="sibTrans2D1" presStyleIdx="0" presStyleCnt="4"/>
      <dgm:spPr/>
    </dgm:pt>
    <dgm:pt modelId="{6A5DDC1A-A123-47EF-A4D0-6C1C544CDF04}" type="pres">
      <dgm:prSet presAssocID="{A59AF25A-A180-4CB8-9026-3DDBD6D2975E}" presName="connectorText" presStyleLbl="sibTrans2D1" presStyleIdx="0" presStyleCnt="4"/>
      <dgm:spPr/>
    </dgm:pt>
    <dgm:pt modelId="{ACEB467D-DE74-4625-A300-8255A848529B}" type="pres">
      <dgm:prSet presAssocID="{DA2A26DF-E793-47A7-A5FA-5C2A37308DB0}" presName="node" presStyleLbl="node1" presStyleIdx="1" presStyleCnt="5">
        <dgm:presLayoutVars>
          <dgm:bulletEnabled val="1"/>
        </dgm:presLayoutVars>
      </dgm:prSet>
      <dgm:spPr/>
    </dgm:pt>
    <dgm:pt modelId="{3DDA061D-D244-4F32-B8B2-22555D2597C6}" type="pres">
      <dgm:prSet presAssocID="{B4D27978-A156-41DC-A628-31C191150192}" presName="sibTrans" presStyleLbl="sibTrans2D1" presStyleIdx="1" presStyleCnt="4"/>
      <dgm:spPr/>
    </dgm:pt>
    <dgm:pt modelId="{577387CB-81E2-406B-A066-EA7ACFF22F53}" type="pres">
      <dgm:prSet presAssocID="{B4D27978-A156-41DC-A628-31C191150192}" presName="connectorText" presStyleLbl="sibTrans2D1" presStyleIdx="1" presStyleCnt="4"/>
      <dgm:spPr/>
    </dgm:pt>
    <dgm:pt modelId="{E7B6D4C9-2F80-470C-9B33-9F6F80072253}" type="pres">
      <dgm:prSet presAssocID="{0848C35A-E744-4BE0-B5EB-F6D6255EF6EB}" presName="node" presStyleLbl="node1" presStyleIdx="2" presStyleCnt="5">
        <dgm:presLayoutVars>
          <dgm:bulletEnabled val="1"/>
        </dgm:presLayoutVars>
      </dgm:prSet>
      <dgm:spPr/>
    </dgm:pt>
    <dgm:pt modelId="{471F1B7A-8EA5-4210-A93F-C54879B416BD}" type="pres">
      <dgm:prSet presAssocID="{DD47212A-F853-476F-8687-7ABEBC6367A6}" presName="sibTrans" presStyleLbl="sibTrans2D1" presStyleIdx="2" presStyleCnt="4"/>
      <dgm:spPr/>
    </dgm:pt>
    <dgm:pt modelId="{2F5ABB46-F204-414E-8BB9-E41C2B69038B}" type="pres">
      <dgm:prSet presAssocID="{DD47212A-F853-476F-8687-7ABEBC6367A6}" presName="connectorText" presStyleLbl="sibTrans2D1" presStyleIdx="2" presStyleCnt="4"/>
      <dgm:spPr/>
    </dgm:pt>
    <dgm:pt modelId="{1B24596C-F20E-46DB-8880-E8988766F6D5}" type="pres">
      <dgm:prSet presAssocID="{9CB8A5B5-27B7-4919-A5B5-C0860D2B02EC}" presName="node" presStyleLbl="node1" presStyleIdx="3" presStyleCnt="5">
        <dgm:presLayoutVars>
          <dgm:bulletEnabled val="1"/>
        </dgm:presLayoutVars>
      </dgm:prSet>
      <dgm:spPr/>
    </dgm:pt>
    <dgm:pt modelId="{7AAA5E5D-64BB-4766-814E-6F38AF2BCC55}" type="pres">
      <dgm:prSet presAssocID="{33191E32-D8B9-4F27-A55A-18DB934F0318}" presName="sibTrans" presStyleLbl="sibTrans2D1" presStyleIdx="3" presStyleCnt="4"/>
      <dgm:spPr/>
    </dgm:pt>
    <dgm:pt modelId="{C841D4FF-A2F9-40F9-B378-217F51B7AA66}" type="pres">
      <dgm:prSet presAssocID="{33191E32-D8B9-4F27-A55A-18DB934F0318}" presName="connectorText" presStyleLbl="sibTrans2D1" presStyleIdx="3" presStyleCnt="4"/>
      <dgm:spPr/>
    </dgm:pt>
    <dgm:pt modelId="{895BBA07-F4BF-4690-9CA3-E5277B0D662D}" type="pres">
      <dgm:prSet presAssocID="{DE068E2C-7DCF-4748-AF3E-73A90D8F25A6}" presName="node" presStyleLbl="node1" presStyleIdx="4" presStyleCnt="5">
        <dgm:presLayoutVars>
          <dgm:bulletEnabled val="1"/>
        </dgm:presLayoutVars>
      </dgm:prSet>
      <dgm:spPr/>
    </dgm:pt>
  </dgm:ptLst>
  <dgm:cxnLst>
    <dgm:cxn modelId="{56C42505-2806-406E-B66B-3986BF1E04B4}" type="presOf" srcId="{3ECD3DEB-EDEE-41CA-A091-410F9ED773A9}" destId="{02CCF62E-7DF3-4726-BA04-BBF71D0C8431}" srcOrd="0" destOrd="0" presId="urn:microsoft.com/office/officeart/2005/8/layout/process1"/>
    <dgm:cxn modelId="{3921FA08-B0BB-490F-B074-946860C6813B}" type="presOf" srcId="{A59AF25A-A180-4CB8-9026-3DDBD6D2975E}" destId="{6A5DDC1A-A123-47EF-A4D0-6C1C544CDF04}" srcOrd="1" destOrd="0" presId="urn:microsoft.com/office/officeart/2005/8/layout/process1"/>
    <dgm:cxn modelId="{9708AD18-936B-4422-9663-ED8F5934C4F2}" type="presOf" srcId="{B4D27978-A156-41DC-A628-31C191150192}" destId="{3DDA061D-D244-4F32-B8B2-22555D2597C6}" srcOrd="0" destOrd="0" presId="urn:microsoft.com/office/officeart/2005/8/layout/process1"/>
    <dgm:cxn modelId="{9697BC1C-3AFC-440D-B62C-F9C0C6A7E8E1}" type="presOf" srcId="{DD47212A-F853-476F-8687-7ABEBC6367A6}" destId="{471F1B7A-8EA5-4210-A93F-C54879B416BD}" srcOrd="0" destOrd="0" presId="urn:microsoft.com/office/officeart/2005/8/layout/process1"/>
    <dgm:cxn modelId="{C8642426-B10D-4D4F-84C9-7E3CBD4EB5A6}" srcId="{3ECD3DEB-EDEE-41CA-A091-410F9ED773A9}" destId="{DE068E2C-7DCF-4748-AF3E-73A90D8F25A6}" srcOrd="4" destOrd="0" parTransId="{F60352D7-73CC-4E3B-BDD5-8B27BDE9052C}" sibTransId="{1667DC2D-D7B9-4FDB-8AC8-74705E343B36}"/>
    <dgm:cxn modelId="{855B1A39-2417-4A74-BD80-67EDFA34C8F3}" type="presOf" srcId="{9CB8A5B5-27B7-4919-A5B5-C0860D2B02EC}" destId="{1B24596C-F20E-46DB-8880-E8988766F6D5}" srcOrd="0" destOrd="0" presId="urn:microsoft.com/office/officeart/2005/8/layout/process1"/>
    <dgm:cxn modelId="{44E40B3A-DF79-4C9F-B986-A560AB98C046}" type="presOf" srcId="{DD47212A-F853-476F-8687-7ABEBC6367A6}" destId="{2F5ABB46-F204-414E-8BB9-E41C2B69038B}" srcOrd="1" destOrd="0" presId="urn:microsoft.com/office/officeart/2005/8/layout/process1"/>
    <dgm:cxn modelId="{7DC99B5D-2942-473C-B961-37C3310F9150}" srcId="{3ECD3DEB-EDEE-41CA-A091-410F9ED773A9}" destId="{0848C35A-E744-4BE0-B5EB-F6D6255EF6EB}" srcOrd="2" destOrd="0" parTransId="{36ABD68E-DD1E-41CF-A1DA-93AA8C93EFD4}" sibTransId="{DD47212A-F853-476F-8687-7ABEBC6367A6}"/>
    <dgm:cxn modelId="{A30A4C5E-EA19-4658-BD21-3234319B9367}" type="presOf" srcId="{0848C35A-E744-4BE0-B5EB-F6D6255EF6EB}" destId="{E7B6D4C9-2F80-470C-9B33-9F6F80072253}" srcOrd="0" destOrd="0" presId="urn:microsoft.com/office/officeart/2005/8/layout/process1"/>
    <dgm:cxn modelId="{6085FA41-AEDB-4447-84E7-CAA8DCEA396B}" type="presOf" srcId="{33191E32-D8B9-4F27-A55A-18DB934F0318}" destId="{7AAA5E5D-64BB-4766-814E-6F38AF2BCC55}" srcOrd="0" destOrd="0" presId="urn:microsoft.com/office/officeart/2005/8/layout/process1"/>
    <dgm:cxn modelId="{463B5655-FEE7-4087-B9D4-DC7FD48B3A77}" type="presOf" srcId="{DA2A26DF-E793-47A7-A5FA-5C2A37308DB0}" destId="{ACEB467D-DE74-4625-A300-8255A848529B}" srcOrd="0" destOrd="0" presId="urn:microsoft.com/office/officeart/2005/8/layout/process1"/>
    <dgm:cxn modelId="{28F59E80-D3F6-4862-9834-72028E010A69}" type="presOf" srcId="{B4D27978-A156-41DC-A628-31C191150192}" destId="{577387CB-81E2-406B-A066-EA7ACFF22F53}" srcOrd="1" destOrd="0" presId="urn:microsoft.com/office/officeart/2005/8/layout/process1"/>
    <dgm:cxn modelId="{41E88F87-A83A-455F-9807-6B1029BF4E08}" type="presOf" srcId="{DE068E2C-7DCF-4748-AF3E-73A90D8F25A6}" destId="{895BBA07-F4BF-4690-9CA3-E5277B0D662D}" srcOrd="0" destOrd="0" presId="urn:microsoft.com/office/officeart/2005/8/layout/process1"/>
    <dgm:cxn modelId="{CF8FC1B9-BE0E-45CB-8589-001217AB0D1D}" srcId="{3ECD3DEB-EDEE-41CA-A091-410F9ED773A9}" destId="{9CB8A5B5-27B7-4919-A5B5-C0860D2B02EC}" srcOrd="3" destOrd="0" parTransId="{041468DF-8A86-48A1-ABFD-0B2BC3F71BB3}" sibTransId="{33191E32-D8B9-4F27-A55A-18DB934F0318}"/>
    <dgm:cxn modelId="{8CD2C1C1-625F-478B-8D19-8E947BBD123D}" srcId="{3ECD3DEB-EDEE-41CA-A091-410F9ED773A9}" destId="{DA2A26DF-E793-47A7-A5FA-5C2A37308DB0}" srcOrd="1" destOrd="0" parTransId="{E0395E0F-CA09-44CD-994C-41FF60B1CF15}" sibTransId="{B4D27978-A156-41DC-A628-31C191150192}"/>
    <dgm:cxn modelId="{73BB2CD4-86FD-462E-A8FB-A57782BC87C9}" type="presOf" srcId="{33191E32-D8B9-4F27-A55A-18DB934F0318}" destId="{C841D4FF-A2F9-40F9-B378-217F51B7AA66}" srcOrd="1" destOrd="0" presId="urn:microsoft.com/office/officeart/2005/8/layout/process1"/>
    <dgm:cxn modelId="{14F25CE2-91A5-43E8-8A9E-5DBDE129E50D}" type="presOf" srcId="{70E4376A-6417-47A5-A479-9B9E8A8AA66B}" destId="{019B965A-ECE0-46BE-8DAA-70A9195CC72B}" srcOrd="0" destOrd="0" presId="urn:microsoft.com/office/officeart/2005/8/layout/process1"/>
    <dgm:cxn modelId="{8E9ECFE5-71A5-446F-BD34-9705743A7B31}" type="presOf" srcId="{A59AF25A-A180-4CB8-9026-3DDBD6D2975E}" destId="{FC809EF3-5349-476C-893C-DC8312B616C6}" srcOrd="0" destOrd="0" presId="urn:microsoft.com/office/officeart/2005/8/layout/process1"/>
    <dgm:cxn modelId="{8D6A96F3-0CF5-4483-ADD3-E647DCDD7033}" srcId="{3ECD3DEB-EDEE-41CA-A091-410F9ED773A9}" destId="{70E4376A-6417-47A5-A479-9B9E8A8AA66B}" srcOrd="0" destOrd="0" parTransId="{204B7525-B5B4-4DE6-85C5-A9674BC6DE3A}" sibTransId="{A59AF25A-A180-4CB8-9026-3DDBD6D2975E}"/>
    <dgm:cxn modelId="{5D36938C-3BCC-4721-A8FA-D05250CE228A}" type="presParOf" srcId="{02CCF62E-7DF3-4726-BA04-BBF71D0C8431}" destId="{019B965A-ECE0-46BE-8DAA-70A9195CC72B}" srcOrd="0" destOrd="0" presId="urn:microsoft.com/office/officeart/2005/8/layout/process1"/>
    <dgm:cxn modelId="{0B7DE6F8-08B1-45FF-BF9A-FF72C9FF9B54}" type="presParOf" srcId="{02CCF62E-7DF3-4726-BA04-BBF71D0C8431}" destId="{FC809EF3-5349-476C-893C-DC8312B616C6}" srcOrd="1" destOrd="0" presId="urn:microsoft.com/office/officeart/2005/8/layout/process1"/>
    <dgm:cxn modelId="{3DBB8CFE-DFD3-40D5-8805-31BD391F7D8D}" type="presParOf" srcId="{FC809EF3-5349-476C-893C-DC8312B616C6}" destId="{6A5DDC1A-A123-47EF-A4D0-6C1C544CDF04}" srcOrd="0" destOrd="0" presId="urn:microsoft.com/office/officeart/2005/8/layout/process1"/>
    <dgm:cxn modelId="{8BBEC172-A48D-4562-909A-FDF00AAA7023}" type="presParOf" srcId="{02CCF62E-7DF3-4726-BA04-BBF71D0C8431}" destId="{ACEB467D-DE74-4625-A300-8255A848529B}" srcOrd="2" destOrd="0" presId="urn:microsoft.com/office/officeart/2005/8/layout/process1"/>
    <dgm:cxn modelId="{5C1173F1-61B6-414A-B369-247D4E013D76}" type="presParOf" srcId="{02CCF62E-7DF3-4726-BA04-BBF71D0C8431}" destId="{3DDA061D-D244-4F32-B8B2-22555D2597C6}" srcOrd="3" destOrd="0" presId="urn:microsoft.com/office/officeart/2005/8/layout/process1"/>
    <dgm:cxn modelId="{82DC84D4-A474-4B74-A425-5BB667040425}" type="presParOf" srcId="{3DDA061D-D244-4F32-B8B2-22555D2597C6}" destId="{577387CB-81E2-406B-A066-EA7ACFF22F53}" srcOrd="0" destOrd="0" presId="urn:microsoft.com/office/officeart/2005/8/layout/process1"/>
    <dgm:cxn modelId="{A3874D8B-FCA4-4010-8208-3146C3ADDCF8}" type="presParOf" srcId="{02CCF62E-7DF3-4726-BA04-BBF71D0C8431}" destId="{E7B6D4C9-2F80-470C-9B33-9F6F80072253}" srcOrd="4" destOrd="0" presId="urn:microsoft.com/office/officeart/2005/8/layout/process1"/>
    <dgm:cxn modelId="{C20E06AB-8B52-4455-8BFC-5801CCD8C6FB}" type="presParOf" srcId="{02CCF62E-7DF3-4726-BA04-BBF71D0C8431}" destId="{471F1B7A-8EA5-4210-A93F-C54879B416BD}" srcOrd="5" destOrd="0" presId="urn:microsoft.com/office/officeart/2005/8/layout/process1"/>
    <dgm:cxn modelId="{C1FBDC59-5053-4FE6-9FE2-0525E3B3F7BD}" type="presParOf" srcId="{471F1B7A-8EA5-4210-A93F-C54879B416BD}" destId="{2F5ABB46-F204-414E-8BB9-E41C2B69038B}" srcOrd="0" destOrd="0" presId="urn:microsoft.com/office/officeart/2005/8/layout/process1"/>
    <dgm:cxn modelId="{D84E24CB-944B-4C32-8C27-ACF0A034AD94}" type="presParOf" srcId="{02CCF62E-7DF3-4726-BA04-BBF71D0C8431}" destId="{1B24596C-F20E-46DB-8880-E8988766F6D5}" srcOrd="6" destOrd="0" presId="urn:microsoft.com/office/officeart/2005/8/layout/process1"/>
    <dgm:cxn modelId="{008F1E6D-60CA-433D-BF54-65BB8870FFB7}" type="presParOf" srcId="{02CCF62E-7DF3-4726-BA04-BBF71D0C8431}" destId="{7AAA5E5D-64BB-4766-814E-6F38AF2BCC55}" srcOrd="7" destOrd="0" presId="urn:microsoft.com/office/officeart/2005/8/layout/process1"/>
    <dgm:cxn modelId="{76EB38D1-BCD0-41A6-8C47-B05BC3CC2ACE}" type="presParOf" srcId="{7AAA5E5D-64BB-4766-814E-6F38AF2BCC55}" destId="{C841D4FF-A2F9-40F9-B378-217F51B7AA66}" srcOrd="0" destOrd="0" presId="urn:microsoft.com/office/officeart/2005/8/layout/process1"/>
    <dgm:cxn modelId="{9D970AF0-DB60-4368-8408-690C9C39B78D}" type="presParOf" srcId="{02CCF62E-7DF3-4726-BA04-BBF71D0C8431}" destId="{895BBA07-F4BF-4690-9CA3-E5277B0D662D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B6E0B7-F203-40A8-9EB4-A26E3DD3E404}">
      <dsp:nvSpPr>
        <dsp:cNvPr id="0" name=""/>
        <dsp:cNvSpPr/>
      </dsp:nvSpPr>
      <dsp:spPr>
        <a:xfrm>
          <a:off x="821300" y="0"/>
          <a:ext cx="9308075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BFE9C5-6C48-411B-9A95-5BB44788A648}">
      <dsp:nvSpPr>
        <dsp:cNvPr id="0" name=""/>
        <dsp:cNvSpPr/>
      </dsp:nvSpPr>
      <dsp:spPr>
        <a:xfrm>
          <a:off x="6312" y="1305401"/>
          <a:ext cx="2074467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USER</a:t>
          </a:r>
        </a:p>
      </dsp:txBody>
      <dsp:txXfrm>
        <a:off x="91278" y="1390367"/>
        <a:ext cx="1904535" cy="1570603"/>
      </dsp:txXfrm>
    </dsp:sp>
    <dsp:sp modelId="{E9F2550F-D4CC-4142-BB78-C20023CFD32A}">
      <dsp:nvSpPr>
        <dsp:cNvPr id="0" name=""/>
        <dsp:cNvSpPr/>
      </dsp:nvSpPr>
      <dsp:spPr>
        <a:xfrm>
          <a:off x="2222208" y="1305401"/>
          <a:ext cx="2074467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AI AGENT</a:t>
          </a:r>
        </a:p>
      </dsp:txBody>
      <dsp:txXfrm>
        <a:off x="2307174" y="1390367"/>
        <a:ext cx="1904535" cy="1570603"/>
      </dsp:txXfrm>
    </dsp:sp>
    <dsp:sp modelId="{6F178264-06F8-4FD2-934E-836F2815D997}">
      <dsp:nvSpPr>
        <dsp:cNvPr id="0" name=""/>
        <dsp:cNvSpPr/>
      </dsp:nvSpPr>
      <dsp:spPr>
        <a:xfrm>
          <a:off x="4438104" y="1305401"/>
          <a:ext cx="2074467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DECISION ENGINE</a:t>
          </a:r>
        </a:p>
      </dsp:txBody>
      <dsp:txXfrm>
        <a:off x="4523070" y="1390367"/>
        <a:ext cx="1904535" cy="1570603"/>
      </dsp:txXfrm>
    </dsp:sp>
    <dsp:sp modelId="{28707526-0702-4AAD-BDC6-05971951EEFD}">
      <dsp:nvSpPr>
        <dsp:cNvPr id="0" name=""/>
        <dsp:cNvSpPr/>
      </dsp:nvSpPr>
      <dsp:spPr>
        <a:xfrm>
          <a:off x="6654000" y="1305401"/>
          <a:ext cx="2074467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MODULES</a:t>
          </a:r>
        </a:p>
      </dsp:txBody>
      <dsp:txXfrm>
        <a:off x="6738966" y="1390367"/>
        <a:ext cx="1904535" cy="1570603"/>
      </dsp:txXfrm>
    </dsp:sp>
    <dsp:sp modelId="{12838445-381E-40BB-9DDA-38E82D54D9D7}">
      <dsp:nvSpPr>
        <dsp:cNvPr id="0" name=""/>
        <dsp:cNvSpPr/>
      </dsp:nvSpPr>
      <dsp:spPr>
        <a:xfrm>
          <a:off x="8869896" y="1305401"/>
          <a:ext cx="2074467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OUTPUT</a:t>
          </a:r>
        </a:p>
      </dsp:txBody>
      <dsp:txXfrm>
        <a:off x="8954862" y="1390367"/>
        <a:ext cx="1904535" cy="15706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B965A-ECE0-46BE-8DAA-70A9195CC72B}">
      <dsp:nvSpPr>
        <dsp:cNvPr id="0" name=""/>
        <dsp:cNvSpPr/>
      </dsp:nvSpPr>
      <dsp:spPr>
        <a:xfrm>
          <a:off x="5246" y="1266509"/>
          <a:ext cx="1626319" cy="975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COMMAND</a:t>
          </a:r>
        </a:p>
      </dsp:txBody>
      <dsp:txXfrm>
        <a:off x="33826" y="1295089"/>
        <a:ext cx="1569159" cy="918631"/>
      </dsp:txXfrm>
    </dsp:sp>
    <dsp:sp modelId="{FC809EF3-5349-476C-893C-DC8312B616C6}">
      <dsp:nvSpPr>
        <dsp:cNvPr id="0" name=""/>
        <dsp:cNvSpPr/>
      </dsp:nvSpPr>
      <dsp:spPr>
        <a:xfrm>
          <a:off x="1794197" y="1552741"/>
          <a:ext cx="344779" cy="4033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1794197" y="1633406"/>
        <a:ext cx="241345" cy="241997"/>
      </dsp:txXfrm>
    </dsp:sp>
    <dsp:sp modelId="{ACEB467D-DE74-4625-A300-8255A848529B}">
      <dsp:nvSpPr>
        <dsp:cNvPr id="0" name=""/>
        <dsp:cNvSpPr/>
      </dsp:nvSpPr>
      <dsp:spPr>
        <a:xfrm>
          <a:off x="2282093" y="1266509"/>
          <a:ext cx="1626319" cy="975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AI</a:t>
          </a:r>
        </a:p>
      </dsp:txBody>
      <dsp:txXfrm>
        <a:off x="2310673" y="1295089"/>
        <a:ext cx="1569159" cy="918631"/>
      </dsp:txXfrm>
    </dsp:sp>
    <dsp:sp modelId="{3DDA061D-D244-4F32-B8B2-22555D2597C6}">
      <dsp:nvSpPr>
        <dsp:cNvPr id="0" name=""/>
        <dsp:cNvSpPr/>
      </dsp:nvSpPr>
      <dsp:spPr>
        <a:xfrm>
          <a:off x="4071044" y="1552741"/>
          <a:ext cx="344779" cy="4033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4071044" y="1633406"/>
        <a:ext cx="241345" cy="241997"/>
      </dsp:txXfrm>
    </dsp:sp>
    <dsp:sp modelId="{E7B6D4C9-2F80-470C-9B33-9F6F80072253}">
      <dsp:nvSpPr>
        <dsp:cNvPr id="0" name=""/>
        <dsp:cNvSpPr/>
      </dsp:nvSpPr>
      <dsp:spPr>
        <a:xfrm>
          <a:off x="4558939" y="1266509"/>
          <a:ext cx="1626319" cy="975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DECISION</a:t>
          </a:r>
        </a:p>
      </dsp:txBody>
      <dsp:txXfrm>
        <a:off x="4587519" y="1295089"/>
        <a:ext cx="1569159" cy="918631"/>
      </dsp:txXfrm>
    </dsp:sp>
    <dsp:sp modelId="{471F1B7A-8EA5-4210-A93F-C54879B416BD}">
      <dsp:nvSpPr>
        <dsp:cNvPr id="0" name=""/>
        <dsp:cNvSpPr/>
      </dsp:nvSpPr>
      <dsp:spPr>
        <a:xfrm>
          <a:off x="6347891" y="1552741"/>
          <a:ext cx="344779" cy="4033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6347891" y="1633406"/>
        <a:ext cx="241345" cy="241997"/>
      </dsp:txXfrm>
    </dsp:sp>
    <dsp:sp modelId="{1B24596C-F20E-46DB-8880-E8988766F6D5}">
      <dsp:nvSpPr>
        <dsp:cNvPr id="0" name=""/>
        <dsp:cNvSpPr/>
      </dsp:nvSpPr>
      <dsp:spPr>
        <a:xfrm>
          <a:off x="6835786" y="1266509"/>
          <a:ext cx="1626319" cy="975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ACTION</a:t>
          </a:r>
          <a:endParaRPr lang="en-IN" sz="2000" kern="1200" dirty="0"/>
        </a:p>
      </dsp:txBody>
      <dsp:txXfrm>
        <a:off x="6864366" y="1295089"/>
        <a:ext cx="1569159" cy="918631"/>
      </dsp:txXfrm>
    </dsp:sp>
    <dsp:sp modelId="{7AAA5E5D-64BB-4766-814E-6F38AF2BCC55}">
      <dsp:nvSpPr>
        <dsp:cNvPr id="0" name=""/>
        <dsp:cNvSpPr/>
      </dsp:nvSpPr>
      <dsp:spPr>
        <a:xfrm>
          <a:off x="8624737" y="1552741"/>
          <a:ext cx="344779" cy="4033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8624737" y="1633406"/>
        <a:ext cx="241345" cy="241997"/>
      </dsp:txXfrm>
    </dsp:sp>
    <dsp:sp modelId="{895BBA07-F4BF-4690-9CA3-E5277B0D662D}">
      <dsp:nvSpPr>
        <dsp:cNvPr id="0" name=""/>
        <dsp:cNvSpPr/>
      </dsp:nvSpPr>
      <dsp:spPr>
        <a:xfrm>
          <a:off x="9112633" y="1266509"/>
          <a:ext cx="1626319" cy="975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OUTPUT</a:t>
          </a:r>
          <a:endParaRPr lang="en-IN" sz="2000" kern="1200" dirty="0"/>
        </a:p>
      </dsp:txBody>
      <dsp:txXfrm>
        <a:off x="9141213" y="1295089"/>
        <a:ext cx="1569159" cy="9186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99CE4-2386-488D-A887-29692B138C3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0FE4280-1492-4EC2-A7E8-BC86798BF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175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99CE4-2386-488D-A887-29692B138C3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E4280-1492-4EC2-A7E8-BC86798BF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7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B199CE4-2386-488D-A887-29692B138C3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0FE4280-1492-4EC2-A7E8-BC86798BF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984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99CE4-2386-488D-A887-29692B138C3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E4280-1492-4EC2-A7E8-BC86798BF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37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99CE4-2386-488D-A887-29692B138C3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E4280-1492-4EC2-A7E8-BC86798BF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9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99CE4-2386-488D-A887-29692B138C3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E4280-1492-4EC2-A7E8-BC86798BF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908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99CE4-2386-488D-A887-29692B138C3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E4280-1492-4EC2-A7E8-BC86798BF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88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99CE4-2386-488D-A887-29692B138C3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E4280-1492-4EC2-A7E8-BC86798BF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574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99CE4-2386-488D-A887-29692B138C3B}" type="datetimeFigureOut">
              <a:rPr lang="en-IN" smtClean="0"/>
              <a:t>17-04-2026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E4280-1492-4EC2-A7E8-BC86798BF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39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99CE4-2386-488D-A887-29692B138C3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E4280-1492-4EC2-A7E8-BC86798BF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368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99CE4-2386-488D-A887-29692B138C3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E4280-1492-4EC2-A7E8-BC86798BF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81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B199CE4-2386-488D-A887-29692B138C3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0FE4280-1492-4EC2-A7E8-BC86798BF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4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8C345-25FA-B194-6944-36C6BF27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06880"/>
            <a:ext cx="9144000" cy="2316480"/>
          </a:xfrm>
        </p:spPr>
        <p:txBody>
          <a:bodyPr/>
          <a:lstStyle/>
          <a:p>
            <a:r>
              <a:rPr lang="en-IN" sz="9000" dirty="0">
                <a:effectLst>
                  <a:outerShdw blurRad="50800" dist="38100" dir="2700000" algn="tl" rotWithShape="0">
                    <a:prstClr val="black"/>
                  </a:outerShdw>
                </a:effectLst>
              </a:rPr>
              <a:t>AUTOHAND</a:t>
            </a:r>
            <a:br>
              <a:rPr lang="en-IN" dirty="0"/>
            </a:br>
            <a:r>
              <a:rPr lang="en-IN" sz="5400" dirty="0"/>
              <a:t>An AI desktop Automation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29A43-036A-03DD-A712-788505F34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3920" y="5151120"/>
            <a:ext cx="9144000" cy="1130709"/>
          </a:xfrm>
        </p:spPr>
        <p:txBody>
          <a:bodyPr>
            <a:normAutofit fontScale="92500"/>
          </a:bodyPr>
          <a:lstStyle/>
          <a:p>
            <a:pPr algn="just">
              <a:lnSpc>
                <a:spcPct val="100000"/>
              </a:lnSpc>
            </a:pPr>
            <a:r>
              <a:rPr lang="en-IN" dirty="0" err="1"/>
              <a:t>Usecase</a:t>
            </a:r>
            <a:r>
              <a:rPr lang="en-IN" dirty="0"/>
              <a:t> 2 - </a:t>
            </a:r>
            <a:r>
              <a:rPr lang="en-US" dirty="0"/>
              <a:t>Develop and demonstrate an agent for computer use which fills uses a native non browser based application (This application could be a word, excel, outlook) or even an IDE like VS Code, etc. on windows.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902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18363-E133-C721-B4A3-20B66B15B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2BCD6-8CE1-4748-6C14-6F432C6AD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Employees spend time on repetitive digital tasks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Manual data entry leads to errors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Switching between tools reduces productivity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Lack of centralized intelligent assistant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AutoHand</a:t>
            </a:r>
            <a:r>
              <a:rPr lang="en-US" dirty="0"/>
              <a:t> solves this using Al-driven automation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0745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531E8-A36D-DD6A-FD54-1EF9C01E3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AUTOHAND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F9E16-7253-3BA0-3516-5696C38BD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9801352" cy="4050792"/>
          </a:xfrm>
        </p:spPr>
        <p:txBody>
          <a:bodyPr>
            <a:noAutofit/>
          </a:bodyPr>
          <a:lstStyle/>
          <a:p>
            <a:r>
              <a:rPr lang="en-IN" sz="3200" dirty="0"/>
              <a:t>Al Intelligence</a:t>
            </a:r>
          </a:p>
          <a:p>
            <a:r>
              <a:rPr lang="en-IN" sz="3200" dirty="0"/>
              <a:t>Task Automation</a:t>
            </a:r>
          </a:p>
          <a:p>
            <a:r>
              <a:rPr lang="en-IN" sz="3200" dirty="0"/>
              <a:t>File Management</a:t>
            </a:r>
          </a:p>
          <a:p>
            <a:r>
              <a:rPr lang="en-IN" sz="3200" dirty="0"/>
              <a:t>Code Execution</a:t>
            </a:r>
          </a:p>
          <a:p>
            <a:r>
              <a:rPr lang="en-IN" sz="3200" dirty="0"/>
              <a:t>Email Automation</a:t>
            </a:r>
          </a:p>
          <a:p>
            <a:r>
              <a:rPr lang="en-IN" sz="3200" dirty="0"/>
              <a:t>Data Processing</a:t>
            </a:r>
          </a:p>
          <a:p>
            <a:r>
              <a:rPr lang="en-IN" sz="3200" dirty="0"/>
              <a:t>Healthcare Support</a:t>
            </a:r>
          </a:p>
        </p:txBody>
      </p:sp>
    </p:spTree>
    <p:extLst>
      <p:ext uri="{BB962C8B-B14F-4D97-AF65-F5344CB8AC3E}">
        <p14:creationId xmlns:p14="http://schemas.microsoft.com/office/powerpoint/2010/main" val="3175014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CE5C0-4D86-4893-5EAC-8F2033EF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568" y="189959"/>
            <a:ext cx="10058400" cy="1609344"/>
          </a:xfrm>
        </p:spPr>
        <p:txBody>
          <a:bodyPr/>
          <a:lstStyle/>
          <a:p>
            <a:r>
              <a:rPr lang="en-IN" dirty="0"/>
              <a:t>PHILIPS COMPANY VISION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4765F-D34B-95CB-381C-B1F25968E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9303"/>
            <a:ext cx="10515600" cy="437766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2600" dirty="0"/>
              <a:t>Improve global health &amp; well-being through meaningful innovation</a:t>
            </a:r>
          </a:p>
          <a:p>
            <a:r>
              <a:rPr lang="en-US" sz="2600" dirty="0"/>
              <a:t> Impact 2.5 billion lives annually by 2030</a:t>
            </a:r>
          </a:p>
          <a:p>
            <a:r>
              <a:rPr lang="en-US" sz="2600" dirty="0"/>
              <a:t> Reach 400 million people in underserved communities</a:t>
            </a:r>
          </a:p>
          <a:p>
            <a:r>
              <a:rPr lang="en-US" sz="2600" dirty="0"/>
              <a:t> Deliver better care for more people at scale</a:t>
            </a:r>
          </a:p>
          <a:p>
            <a:r>
              <a:rPr lang="en-US" sz="2600" dirty="0"/>
              <a:t> Drive sustainable and profitable growth through innovation</a:t>
            </a:r>
          </a:p>
          <a:p>
            <a:r>
              <a:rPr lang="en-US" sz="2600" dirty="0"/>
              <a:t> Strong shift toward Al-driven healthcare solutions</a:t>
            </a:r>
          </a:p>
          <a:p>
            <a:r>
              <a:rPr lang="en-US" sz="2600" dirty="0"/>
              <a:t> Focus areas: patient care, diagnostics, data systems</a:t>
            </a:r>
          </a:p>
          <a:p>
            <a:r>
              <a:rPr lang="en-US" sz="2600" dirty="0"/>
              <a:t> Goal: improve efficiency and patient outcomes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748079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FAD91-912A-7A46-6C08-0E923829B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55" y="277749"/>
            <a:ext cx="10058400" cy="1609344"/>
          </a:xfrm>
        </p:spPr>
        <p:txBody>
          <a:bodyPr/>
          <a:lstStyle/>
          <a:p>
            <a:r>
              <a:rPr lang="en-IN" dirty="0"/>
              <a:t>AUTOHAND IN HEALTH SECTOR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9B2E1-6049-84CF-B683-55FE8564F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55" y="1887093"/>
            <a:ext cx="10515600" cy="44862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Reduces manual workload of staff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Automates report generation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Helps in data entry and analysis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Saves time for doctors and administrators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Improves operational efficiency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Supports faster decision making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39197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9E92-B0F3-699C-DBC8-F92FB8D54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992"/>
            <a:ext cx="10058400" cy="1609344"/>
          </a:xfrm>
        </p:spPr>
        <p:txBody>
          <a:bodyPr/>
          <a:lstStyle/>
          <a:p>
            <a:r>
              <a:rPr lang="en-IN" dirty="0"/>
              <a:t>OPERATIONS BY AUTOHAND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5F35D-A25C-3887-CDA7-1B7DC87F0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161"/>
            <a:ext cx="10515600" cy="4603802"/>
          </a:xfrm>
        </p:spPr>
        <p:txBody>
          <a:bodyPr>
            <a:noAutofit/>
          </a:bodyPr>
          <a:lstStyle/>
          <a:p>
            <a:r>
              <a:rPr lang="en-US" sz="3200" dirty="0"/>
              <a:t>Open Excel                            </a:t>
            </a:r>
          </a:p>
          <a:p>
            <a:r>
              <a:rPr lang="en-US" sz="3200" dirty="0"/>
              <a:t>Update data in Excel</a:t>
            </a:r>
          </a:p>
          <a:p>
            <a:r>
              <a:rPr lang="en-US" sz="3200" dirty="0"/>
              <a:t>Generate summaries</a:t>
            </a:r>
          </a:p>
          <a:p>
            <a:r>
              <a:rPr lang="en-US" sz="3200" dirty="0"/>
              <a:t>Analyze reports</a:t>
            </a:r>
          </a:p>
          <a:p>
            <a:r>
              <a:rPr lang="en-US" sz="3200" dirty="0"/>
              <a:t>Run codes</a:t>
            </a:r>
          </a:p>
          <a:p>
            <a:r>
              <a:rPr lang="en-US" sz="3200" dirty="0"/>
              <a:t>Manage product sales data</a:t>
            </a:r>
          </a:p>
          <a:p>
            <a:r>
              <a:rPr lang="en-US" sz="3200" dirty="0"/>
              <a:t>Update sheets automatically</a:t>
            </a:r>
          </a:p>
          <a:p>
            <a:r>
              <a:rPr lang="en-US" sz="3200" dirty="0"/>
              <a:t>Send emails automatically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32818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9A84-2D42-9236-D532-2B789B1C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ARCHITECHTURE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71761D-C244-1A83-5059-FCDAE1537D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1461244"/>
              </p:ext>
            </p:extLst>
          </p:nvPr>
        </p:nvGraphicFramePr>
        <p:xfrm>
          <a:off x="838199" y="1825625"/>
          <a:ext cx="1095067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4193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F5AB-F89C-64A1-6B61-B384A053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WORK FLOW OF AUTOHAND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82CC73-36B8-8220-C278-D45D2178D7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472943"/>
              </p:ext>
            </p:extLst>
          </p:nvPr>
        </p:nvGraphicFramePr>
        <p:xfrm>
          <a:off x="521110" y="2064774"/>
          <a:ext cx="10744199" cy="3508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620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BDA83-D30A-76F8-421B-70ACF2655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43840"/>
            <a:ext cx="10058400" cy="1361440"/>
          </a:xfrm>
        </p:spPr>
        <p:txBody>
          <a:bodyPr/>
          <a:lstStyle/>
          <a:p>
            <a:r>
              <a:rPr lang="en-IN" dirty="0"/>
              <a:t>TECHNOLOGIES USED TO 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6197-0C7C-3256-AE1C-AE2C9617B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408" y="1605280"/>
            <a:ext cx="10058400" cy="433324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2600" dirty="0"/>
              <a:t>Python – Core programming language</a:t>
            </a:r>
          </a:p>
          <a:p>
            <a:pPr>
              <a:lnSpc>
                <a:spcPct val="100000"/>
              </a:lnSpc>
            </a:pPr>
            <a:r>
              <a:rPr lang="en-IN" sz="2600" dirty="0"/>
              <a:t>Flask – Backend web framework (for UI + server)</a:t>
            </a:r>
          </a:p>
          <a:p>
            <a:pPr>
              <a:lnSpc>
                <a:spcPct val="100000"/>
              </a:lnSpc>
            </a:pPr>
            <a:r>
              <a:rPr lang="en-IN" sz="2600" dirty="0"/>
              <a:t>Google Gemini API (LLM) – AI content &amp; code generation</a:t>
            </a:r>
          </a:p>
          <a:p>
            <a:pPr>
              <a:lnSpc>
                <a:spcPct val="100000"/>
              </a:lnSpc>
            </a:pPr>
            <a:r>
              <a:rPr lang="en-IN" sz="2600" dirty="0" err="1"/>
              <a:t>OpenPyXL</a:t>
            </a:r>
            <a:r>
              <a:rPr lang="en-IN" sz="2600" dirty="0"/>
              <a:t> / Pandas – Excel file handling &amp; data processing</a:t>
            </a:r>
          </a:p>
          <a:p>
            <a:pPr>
              <a:lnSpc>
                <a:spcPct val="100000"/>
              </a:lnSpc>
            </a:pPr>
            <a:r>
              <a:rPr lang="en-IN" sz="2600" dirty="0"/>
              <a:t>SMTP (</a:t>
            </a:r>
            <a:r>
              <a:rPr lang="en-IN" sz="2600" dirty="0" err="1"/>
              <a:t>smtplib</a:t>
            </a:r>
            <a:r>
              <a:rPr lang="en-IN" sz="2600" dirty="0"/>
              <a:t>) – Email automation</a:t>
            </a:r>
          </a:p>
          <a:p>
            <a:pPr>
              <a:lnSpc>
                <a:spcPct val="100000"/>
              </a:lnSpc>
            </a:pPr>
            <a:r>
              <a:rPr lang="en-IN" sz="2600" dirty="0"/>
              <a:t>Subprocess / OS Modules – System-level automation (opening apps/files)</a:t>
            </a:r>
          </a:p>
          <a:p>
            <a:pPr>
              <a:lnSpc>
                <a:spcPct val="100000"/>
              </a:lnSpc>
            </a:pPr>
            <a:r>
              <a:rPr lang="en-IN" sz="2600" dirty="0"/>
              <a:t>HTML, CSS, JavaScript – Frontend UI design</a:t>
            </a:r>
          </a:p>
          <a:p>
            <a:pPr>
              <a:lnSpc>
                <a:spcPct val="100000"/>
              </a:lnSpc>
            </a:pPr>
            <a:r>
              <a:rPr lang="en-IN" sz="2600" dirty="0"/>
              <a:t>VS Code – Development &amp; code execution environment</a:t>
            </a:r>
          </a:p>
        </p:txBody>
      </p:sp>
    </p:spTree>
    <p:extLst>
      <p:ext uri="{BB962C8B-B14F-4D97-AF65-F5344CB8AC3E}">
        <p14:creationId xmlns:p14="http://schemas.microsoft.com/office/powerpoint/2010/main" val="2092953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1418A-D850-37D2-2BA9-8D2787051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60" y="-294639"/>
            <a:ext cx="10515600" cy="2381568"/>
          </a:xfrm>
        </p:spPr>
        <p:txBody>
          <a:bodyPr/>
          <a:lstStyle/>
          <a:p>
            <a:r>
              <a:rPr lang="en-IN" dirty="0"/>
              <a:t>BENEFITS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8B794-5400-61A7-B191-D25F0472D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40" y="1463040"/>
            <a:ext cx="11582400" cy="5303203"/>
          </a:xfrm>
        </p:spPr>
        <p:txBody>
          <a:bodyPr>
            <a:normAutofit fontScale="40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9600" dirty="0"/>
              <a:t>⏱ </a:t>
            </a:r>
            <a:r>
              <a:rPr lang="en-US" sz="7000" dirty="0"/>
              <a:t>Time Saving: Automates repetitive tasks like data entry, report generation, and emailing, reducing manual effort significantly.</a:t>
            </a:r>
          </a:p>
          <a:p>
            <a:pPr algn="just">
              <a:lnSpc>
                <a:spcPct val="120000"/>
              </a:lnSpc>
            </a:pPr>
            <a:r>
              <a:rPr lang="en-US" sz="7000" dirty="0"/>
              <a:t>⚡ Increased Efficiency: Performs multiple operations instantly (Excel updates, analysis, file handling), improving workflow speed.</a:t>
            </a:r>
          </a:p>
          <a:p>
            <a:pPr algn="just">
              <a:lnSpc>
                <a:spcPct val="120000"/>
              </a:lnSpc>
            </a:pPr>
            <a:r>
              <a:rPr lang="en-US" sz="7000" dirty="0"/>
              <a:t>❌ Error Reduction: Minimizes human errors in data handling and reporting through automated processes.</a:t>
            </a:r>
          </a:p>
          <a:p>
            <a:pPr algn="just">
              <a:lnSpc>
                <a:spcPct val="120000"/>
              </a:lnSpc>
            </a:pPr>
            <a:r>
              <a:rPr lang="en-US" sz="7000" dirty="0"/>
              <a:t>🤖 Intelligent Decision Support: Uses AI to generate insights, summaries, and structured outputs for better decision-making.</a:t>
            </a:r>
          </a:p>
          <a:p>
            <a:pPr algn="just">
              <a:lnSpc>
                <a:spcPct val="120000"/>
              </a:lnSpc>
            </a:pPr>
            <a:r>
              <a:rPr lang="en-US" sz="7000" dirty="0"/>
              <a:t>📧Automated Communication: Sends emails and updates automatically, ensuring faster information flow.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827490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0AE73-DBB4-B171-9402-3CD5AFCF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DE88F-8960-EEC9-5D68-A7F74158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-457199"/>
            <a:ext cx="10515600" cy="2381568"/>
          </a:xfrm>
        </p:spPr>
        <p:txBody>
          <a:bodyPr/>
          <a:lstStyle/>
          <a:p>
            <a:r>
              <a:rPr lang="en-IN" dirty="0"/>
              <a:t>BENEFITS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A4B56-3C8F-07E8-2DDA-282C07088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20" y="1463040"/>
            <a:ext cx="11582400" cy="530320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📊 Better Data Management: Organizes, updates, and analyzes data efficiently in Excel and other tools.</a:t>
            </a:r>
          </a:p>
          <a:p>
            <a:pPr algn="just"/>
            <a:r>
              <a:rPr lang="en-US" sz="2800" dirty="0"/>
              <a:t>🏥 Healthcare Impact: Faster report generation Improved patient data handling.</a:t>
            </a:r>
          </a:p>
          <a:p>
            <a:pPr algn="just"/>
            <a:r>
              <a:rPr lang="en-US" sz="2800" dirty="0"/>
              <a:t> Supports timely medical </a:t>
            </a:r>
            <a:r>
              <a:rPr lang="en-US" sz="2800" dirty="0" err="1"/>
              <a:t>decisions,Reduces</a:t>
            </a:r>
            <a:r>
              <a:rPr lang="en-US" sz="2800" dirty="0"/>
              <a:t> workload on hospital      staff.</a:t>
            </a:r>
          </a:p>
          <a:p>
            <a:pPr algn="just"/>
            <a:r>
              <a:rPr lang="en-US" sz="2800" dirty="0"/>
              <a:t>🔄 Scalability: Can be extended to multiple departments (admin, sales, healthcare systems).</a:t>
            </a:r>
          </a:p>
          <a:p>
            <a:pPr algn="just"/>
            <a:r>
              <a:rPr lang="en-US" sz="2800" dirty="0"/>
              <a:t>💡 Productivity Boost: Allows professionals to focus on critical tasks instead of repetitive.</a:t>
            </a:r>
            <a:endParaRPr lang="en-IN" sz="500" dirty="0"/>
          </a:p>
        </p:txBody>
      </p:sp>
    </p:spTree>
    <p:extLst>
      <p:ext uri="{BB962C8B-B14F-4D97-AF65-F5344CB8AC3E}">
        <p14:creationId xmlns:p14="http://schemas.microsoft.com/office/powerpoint/2010/main" val="2296595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D216F-6456-E9F2-E891-23A59D36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77BE6-2577-5326-DCEF-F3AA71C37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5520" y="1778000"/>
            <a:ext cx="9144000" cy="2316480"/>
          </a:xfrm>
        </p:spPr>
        <p:txBody>
          <a:bodyPr/>
          <a:lstStyle/>
          <a:p>
            <a:r>
              <a:rPr lang="en-IN" sz="9000" dirty="0">
                <a:effectLst>
                  <a:outerShdw blurRad="50800" dist="38100" dir="2700000" algn="tl" rotWithShape="0">
                    <a:prstClr val="black"/>
                  </a:outerShdw>
                </a:effectLst>
              </a:rPr>
              <a:t>THANK YOU</a:t>
            </a:r>
            <a:endParaRPr lang="en-IN" sz="54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32D3AA-9C19-D5F5-5CD5-F6D1353631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16521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43</TotalTime>
  <Words>498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Rockwell</vt:lpstr>
      <vt:lpstr>Rockwell Condensed</vt:lpstr>
      <vt:lpstr>Wingdings</vt:lpstr>
      <vt:lpstr>Wood Type</vt:lpstr>
      <vt:lpstr>AUTOHAND An AI desktop Automation Tool</vt:lpstr>
      <vt:lpstr>Understanding the problem</vt:lpstr>
      <vt:lpstr>AUTOHAND GOALS</vt:lpstr>
      <vt:lpstr>PHILIPS COMPANY VISION </vt:lpstr>
      <vt:lpstr>AUTOHAND IN HEALTH SECTOR</vt:lpstr>
      <vt:lpstr>OPERATIONS BY AUTOHAND</vt:lpstr>
      <vt:lpstr>ARCHITECHTURE</vt:lpstr>
      <vt:lpstr> WORK FLOW OF AUTOHAND</vt:lpstr>
      <vt:lpstr>TECHNOLOGIES USED TO BUILD</vt:lpstr>
      <vt:lpstr>BENEFITS</vt:lpstr>
      <vt:lpstr>BENEFITS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Asritha Vemula</dc:creator>
  <cp:lastModifiedBy>Asritha Vemula</cp:lastModifiedBy>
  <cp:revision>2</cp:revision>
  <dcterms:created xsi:type="dcterms:W3CDTF">2026-04-16T21:09:24Z</dcterms:created>
  <dcterms:modified xsi:type="dcterms:W3CDTF">2026-04-16T21:53:05Z</dcterms:modified>
</cp:coreProperties>
</file>