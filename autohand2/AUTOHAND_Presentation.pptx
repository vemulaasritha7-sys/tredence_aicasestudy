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FFFFFF"/>
                </a:solidFill>
              </a:defRPr>
            </a:pPr>
            <a:r>
              <a:t>AUTOHAND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AI-Based Healthcare Automation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0"/>
                </a:solidFill>
              </a:defRPr>
            </a:pPr>
            <a:r>
              <a:t>Team Members,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Use Case: Current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Manual patient data entry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Delay in generating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No real-time response capability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1371600" cy="914400"/>
          </a:xfrm>
          <a:prstGeom prst="roundRect">
            <a:avLst/>
          </a:prstGeom>
          <a:solidFill>
            <a:srgbClr val="0066C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4480560"/>
            <a:ext cx="4572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1371600" cy="914400"/>
          </a:xfrm>
          <a:prstGeom prst="roundRect">
            <a:avLst/>
          </a:prstGeom>
          <a:solidFill>
            <a:srgbClr val="FF66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Manual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40" y="4480560"/>
            <a:ext cx="4572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4114800"/>
            <a:ext cx="1371600" cy="914400"/>
          </a:xfrm>
          <a:prstGeom prst="roundRect">
            <a:avLst/>
          </a:prstGeom>
          <a:solidFill>
            <a:srgbClr val="FF666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Delay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4480560"/>
            <a:ext cx="4572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4114800"/>
            <a:ext cx="1371600" cy="914400"/>
          </a:xfrm>
          <a:prstGeom prst="roundRect">
            <a:avLst/>
          </a:prstGeom>
          <a:solidFill>
            <a:srgbClr val="CC00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Problems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Manual Excel updates - Time-consuming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Email reports individually - Error-prone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No automation - Operational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Healthcare Innovation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Global healthcare technology leader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Focus on AI &amp; digital transformation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282828"/>
                </a:solidFill>
              </a:defRPr>
            </a:pPr>
            <a:r>
              <a:t>Goal: Improve efficiency and patient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AUTOHAND: Solution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3931920" y="2743200"/>
            <a:ext cx="1280160" cy="914400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AUTOHAND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880360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Handling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200400"/>
            <a:ext cx="201168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36443" y="4793581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200400"/>
            <a:ext cx="621643" cy="1913221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87316" y="4062795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Analysis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44516" y="3200400"/>
            <a:ext cx="1627484" cy="1182435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316" y="1697924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944516" y="2017964"/>
            <a:ext cx="1627484" cy="1182436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36443" y="967138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Emergency Response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72000" y="1287178"/>
            <a:ext cx="621643" cy="1913222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AUTOHAND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↓ Reduces manual effort by 80%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⏱ Saves time - Automates routine tasks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📊 Automates report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🚨 Sends instant alerts to healthcare team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⚡ Detects emergencies in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Agent Operations</a:t>
            </a:r>
          </a:p>
        </p:txBody>
      </p:sp>
      <p:sp>
        <p:nvSpPr>
          <p:cNvPr id="3" name="Oval 2"/>
          <p:cNvSpPr/>
          <p:nvPr/>
        </p:nvSpPr>
        <p:spPr>
          <a:xfrm>
            <a:off x="3931920" y="2743200"/>
            <a:ext cx="1280160" cy="914400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880360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 Control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200400"/>
            <a:ext cx="201168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36443" y="4793581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Excel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200400"/>
            <a:ext cx="621643" cy="1913221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87316" y="4062795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Email Alerts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44516" y="3200400"/>
            <a:ext cx="1627484" cy="1182435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316" y="1697924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Analysis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944516" y="2017964"/>
            <a:ext cx="1627484" cy="1182436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36443" y="967138"/>
            <a:ext cx="914400" cy="640080"/>
          </a:xfrm>
          <a:prstGeom prst="roundRect">
            <a:avLst/>
          </a:prstGeom>
          <a:solidFill>
            <a:srgbClr val="3399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System Tasks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72000" y="1287178"/>
            <a:ext cx="621643" cy="1913222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0"/>
            <a:ext cx="1371600" cy="914400"/>
          </a:xfrm>
          <a:prstGeom prst="roundRect">
            <a:avLst/>
          </a:prstGeom>
          <a:solidFill>
            <a:srgbClr val="FF6600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3657600"/>
            <a:ext cx="274320" cy="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77440" y="3200400"/>
            <a:ext cx="1371600" cy="91440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40" y="3657600"/>
            <a:ext cx="274320" cy="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23360" y="3200400"/>
            <a:ext cx="1371600" cy="91440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Decision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Engine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94960" y="3657600"/>
            <a:ext cx="274320" cy="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0" y="3200400"/>
            <a:ext cx="1371600" cy="91440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80" y="3657600"/>
            <a:ext cx="274320" cy="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200400"/>
            <a:ext cx="1371600" cy="914400"/>
          </a:xfrm>
          <a:prstGeom prst="roundRect">
            <a:avLst/>
          </a:prstGeom>
          <a:solidFill>
            <a:srgbClr val="FF6600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Backend: Python 3.12 + Flask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Data Processing: Pandas, OpenPyXL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System Integration: PyWin32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AI Engine: Google Gemini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Frontend: HTML5, CSS3, JavaScript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Execution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280160" cy="128016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3383280"/>
            <a:ext cx="365760" cy="0"/>
          </a:xfrm>
          <a:prstGeom prst="line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377440" y="2743200"/>
            <a:ext cx="1280160" cy="1280160"/>
          </a:xfrm>
          <a:prstGeom prst="ellipse">
            <a:avLst/>
          </a:prstGeom>
          <a:solidFill>
            <a:srgbClr val="3399C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Processing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383280"/>
            <a:ext cx="365760" cy="0"/>
          </a:xfrm>
          <a:prstGeom prst="line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023360" y="2743200"/>
            <a:ext cx="1280160" cy="1280160"/>
          </a:xfrm>
          <a:prstGeom prst="ellipse">
            <a:avLst/>
          </a:prstGeom>
          <a:solidFill>
            <a:srgbClr val="FF66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3383280"/>
            <a:ext cx="365760" cy="0"/>
          </a:xfrm>
          <a:prstGeom prst="line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669280" y="2743200"/>
            <a:ext cx="1280160" cy="1280160"/>
          </a:xfrm>
          <a:prstGeom prst="ellipse">
            <a:avLst/>
          </a:prstGeom>
          <a:solidFill>
            <a:srgbClr val="64B46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3383280"/>
            <a:ext cx="365760" cy="0"/>
          </a:xfrm>
          <a:prstGeom prst="line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15200" y="2743200"/>
            <a:ext cx="1280160" cy="1280160"/>
          </a:xfrm>
          <a:prstGeom prst="ellipse">
            <a:avLst/>
          </a:prstGeom>
          <a:solidFill>
            <a:srgbClr val="9664C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Live 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1. User input healthcare command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2. AI processes natural language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3. Excel file updated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4. Data analysis performed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5. Email alerts sent to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💰 Cost Reduction: 70% less manual 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✅ Quality: 99% accuracy in automation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⚡ Speed: Real-time response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📈 Scalability: Handle thousands of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🎙 Voice-controlled commands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📊 Interactive dashboard &amp;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🔔 Real-time monitoring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🔐 Enhanced security &amp;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99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AUTOHAND: Transforming Healthcare Automation</a:t>
            </a:r>
          </a:p>
          <a:p>
            <a:br/>
            <a:pPr algn="ctr">
              <a:defRPr sz="2400">
                <a:solidFill>
                  <a:srgbClr val="C8DCF0"/>
                </a:solidFill>
              </a:defRPr>
            </a:pPr>
            <a:r>
              <a:t>AI-Powered Intelligence for Modern Healthcare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800">
                <a:solidFill>
                  <a:srgbClr val="C8DCF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